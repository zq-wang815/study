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9" r:id="rId4"/>
  </p:sldMasterIdLst>
  <p:notesMasterIdLst>
    <p:notesMasterId r:id="rId7"/>
  </p:notesMasterIdLst>
  <p:sldIdLst>
    <p:sldId id="257" r:id="rId5"/>
    <p:sldId id="259" r:id="rId6"/>
    <p:sldId id="260" r:id="rId8"/>
    <p:sldId id="285" r:id="rId9"/>
    <p:sldId id="286" r:id="rId10"/>
    <p:sldId id="261" r:id="rId11"/>
    <p:sldId id="288" r:id="rId12"/>
    <p:sldId id="287" r:id="rId13"/>
  </p:sldIdLst>
  <p:sldSz cx="9144000" cy="6858000" type="screen4x3"/>
  <p:notesSz cx="6858000" cy="9144000"/>
  <p:custDataLst>
    <p:tags r:id="rId17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295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image" Target="../media/image4.png"/><Relationship Id="rId5" Type="http://schemas.openxmlformats.org/officeDocument/2006/relationships/tags" Target="../tags/tag12.xml"/><Relationship Id="rId4" Type="http://schemas.openxmlformats.org/officeDocument/2006/relationships/image" Target="../media/image3.png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image" Target="../media/image1.png"/><Relationship Id="rId4" Type="http://schemas.openxmlformats.org/officeDocument/2006/relationships/tags" Target="../tags/tag19.xml"/><Relationship Id="rId3" Type="http://schemas.openxmlformats.org/officeDocument/2006/relationships/image" Target="../media/image2.png"/><Relationship Id="rId2" Type="http://schemas.openxmlformats.org/officeDocument/2006/relationships/tags" Target="../tags/tag18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image" Target="../media/image4.png"/><Relationship Id="rId5" Type="http://schemas.openxmlformats.org/officeDocument/2006/relationships/tags" Target="../tags/tag28.xml"/><Relationship Id="rId4" Type="http://schemas.openxmlformats.org/officeDocument/2006/relationships/image" Target="../media/image3.png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image" Target="../media/image4.png"/><Relationship Id="rId5" Type="http://schemas.openxmlformats.org/officeDocument/2006/relationships/tags" Target="../tags/tag37.xml"/><Relationship Id="rId4" Type="http://schemas.openxmlformats.org/officeDocument/2006/relationships/image" Target="../media/image3.png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image" Target="../media/image5.png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image" Target="../media/image6.png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image" Target="../media/image2.png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image" Target="../media/image1.png"/><Relationship Id="rId2" Type="http://schemas.openxmlformats.org/officeDocument/2006/relationships/tags" Target="../tags/tag72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image" Target="../media/image4.png"/><Relationship Id="rId4" Type="http://schemas.openxmlformats.org/officeDocument/2006/relationships/tags" Target="../tags/tag82.xml"/><Relationship Id="rId3" Type="http://schemas.openxmlformats.org/officeDocument/2006/relationships/image" Target="../media/image3.png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image" Target="../media/image4.png"/><Relationship Id="rId5" Type="http://schemas.openxmlformats.org/officeDocument/2006/relationships/tags" Target="../tags/tag89.xml"/><Relationship Id="rId4" Type="http://schemas.openxmlformats.org/officeDocument/2006/relationships/image" Target="../media/image3.png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image" Target="../media/image7.png"/><Relationship Id="rId2" Type="http://schemas.openxmlformats.org/officeDocument/2006/relationships/tags" Target="../tags/tag95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image" Target="../media/image7.png"/><Relationship Id="rId2" Type="http://schemas.openxmlformats.org/officeDocument/2006/relationships/tags" Target="../tags/tag103.xml"/><Relationship Id="rId10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image" Target="../media/image7.png"/><Relationship Id="rId2" Type="http://schemas.openxmlformats.org/officeDocument/2006/relationships/tags" Target="../tags/tag111.xml"/><Relationship Id="rId10" Type="http://schemas.openxmlformats.org/officeDocument/2006/relationships/tags" Target="../tags/tag118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image" Target="../media/image7.png"/><Relationship Id="rId2" Type="http://schemas.openxmlformats.org/officeDocument/2006/relationships/tags" Target="../tags/tag119.xml"/><Relationship Id="rId12" Type="http://schemas.openxmlformats.org/officeDocument/2006/relationships/tags" Target="../tags/tag128.xml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0" Type="http://schemas.openxmlformats.org/officeDocument/2006/relationships/tags" Target="../tags/tag136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image" Target="../media/image2.png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image" Target="../media/image1.png"/><Relationship Id="rId2" Type="http://schemas.openxmlformats.org/officeDocument/2006/relationships/tags" Target="../tags/tag143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image" Target="../media/image4.png"/><Relationship Id="rId5" Type="http://schemas.openxmlformats.org/officeDocument/2006/relationships/tags" Target="../tags/tag154.xml"/><Relationship Id="rId4" Type="http://schemas.openxmlformats.org/officeDocument/2006/relationships/image" Target="../media/image3.png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1" Type="http://schemas.openxmlformats.org/officeDocument/2006/relationships/tags" Target="../tags/tag159.xml"/><Relationship Id="rId10" Type="http://schemas.openxmlformats.org/officeDocument/2006/relationships/tags" Target="../tags/tag158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image" Target="../media/image1.png"/><Relationship Id="rId4" Type="http://schemas.openxmlformats.org/officeDocument/2006/relationships/tags" Target="../tags/tag161.xml"/><Relationship Id="rId3" Type="http://schemas.openxmlformats.org/officeDocument/2006/relationships/image" Target="../media/image2.png"/><Relationship Id="rId2" Type="http://schemas.openxmlformats.org/officeDocument/2006/relationships/tags" Target="../tags/tag160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tags" Target="../tags/tag172.xml"/><Relationship Id="rId7" Type="http://schemas.openxmlformats.org/officeDocument/2006/relationships/tags" Target="../tags/tag171.xml"/><Relationship Id="rId6" Type="http://schemas.openxmlformats.org/officeDocument/2006/relationships/image" Target="../media/image4.png"/><Relationship Id="rId5" Type="http://schemas.openxmlformats.org/officeDocument/2006/relationships/tags" Target="../tags/tag170.xml"/><Relationship Id="rId4" Type="http://schemas.openxmlformats.org/officeDocument/2006/relationships/image" Target="../media/image3.png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2" Type="http://schemas.openxmlformats.org/officeDocument/2006/relationships/tags" Target="../tags/tag176.xml"/><Relationship Id="rId11" Type="http://schemas.openxmlformats.org/officeDocument/2006/relationships/tags" Target="../tags/tag175.xml"/><Relationship Id="rId10" Type="http://schemas.openxmlformats.org/officeDocument/2006/relationships/tags" Target="../tags/tag174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182.xml"/><Relationship Id="rId8" Type="http://schemas.openxmlformats.org/officeDocument/2006/relationships/tags" Target="../tags/tag181.xml"/><Relationship Id="rId7" Type="http://schemas.openxmlformats.org/officeDocument/2006/relationships/tags" Target="../tags/tag180.xml"/><Relationship Id="rId6" Type="http://schemas.openxmlformats.org/officeDocument/2006/relationships/image" Target="../media/image4.png"/><Relationship Id="rId5" Type="http://schemas.openxmlformats.org/officeDocument/2006/relationships/tags" Target="../tags/tag179.xml"/><Relationship Id="rId4" Type="http://schemas.openxmlformats.org/officeDocument/2006/relationships/image" Target="../media/image3.png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4" Type="http://schemas.openxmlformats.org/officeDocument/2006/relationships/tags" Target="../tags/tag187.xml"/><Relationship Id="rId13" Type="http://schemas.openxmlformats.org/officeDocument/2006/relationships/tags" Target="../tags/tag186.xml"/><Relationship Id="rId12" Type="http://schemas.openxmlformats.org/officeDocument/2006/relationships/tags" Target="../tags/tag185.xml"/><Relationship Id="rId11" Type="http://schemas.openxmlformats.org/officeDocument/2006/relationships/tags" Target="../tags/tag184.xml"/><Relationship Id="rId10" Type="http://schemas.openxmlformats.org/officeDocument/2006/relationships/tags" Target="../tags/tag183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194.xml"/><Relationship Id="rId8" Type="http://schemas.openxmlformats.org/officeDocument/2006/relationships/tags" Target="../tags/tag193.xml"/><Relationship Id="rId7" Type="http://schemas.openxmlformats.org/officeDocument/2006/relationships/tags" Target="../tags/tag192.xml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image" Target="../media/image5.png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7" Type="http://schemas.openxmlformats.org/officeDocument/2006/relationships/tags" Target="../tags/tag203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7" Type="http://schemas.openxmlformats.org/officeDocument/2006/relationships/tags" Target="../tags/tag213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tags" Target="../tags/tag210.xml"/><Relationship Id="rId3" Type="http://schemas.openxmlformats.org/officeDocument/2006/relationships/image" Target="../media/image6.png"/><Relationship Id="rId2" Type="http://schemas.openxmlformats.org/officeDocument/2006/relationships/tags" Target="../tags/tag209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image" Target="../media/image2.png"/><Relationship Id="rId5" Type="http://schemas.openxmlformats.org/officeDocument/2006/relationships/tags" Target="../tags/tag216.xml"/><Relationship Id="rId4" Type="http://schemas.openxmlformats.org/officeDocument/2006/relationships/tags" Target="../tags/tag215.xml"/><Relationship Id="rId3" Type="http://schemas.openxmlformats.org/officeDocument/2006/relationships/image" Target="../media/image1.png"/><Relationship Id="rId2" Type="http://schemas.openxmlformats.org/officeDocument/2006/relationships/tags" Target="../tags/tag214.xml"/><Relationship Id="rId12" Type="http://schemas.openxmlformats.org/officeDocument/2006/relationships/tags" Target="../tags/tag222.xml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228.xml"/><Relationship Id="rId8" Type="http://schemas.openxmlformats.org/officeDocument/2006/relationships/tags" Target="../tags/tag227.xml"/><Relationship Id="rId7" Type="http://schemas.openxmlformats.org/officeDocument/2006/relationships/tags" Target="../tags/tag226.xml"/><Relationship Id="rId6" Type="http://schemas.openxmlformats.org/officeDocument/2006/relationships/tags" Target="../tags/tag225.xml"/><Relationship Id="rId5" Type="http://schemas.openxmlformats.org/officeDocument/2006/relationships/image" Target="../media/image4.png"/><Relationship Id="rId4" Type="http://schemas.openxmlformats.org/officeDocument/2006/relationships/tags" Target="../tags/tag224.xml"/><Relationship Id="rId3" Type="http://schemas.openxmlformats.org/officeDocument/2006/relationships/image" Target="../media/image3.png"/><Relationship Id="rId2" Type="http://schemas.openxmlformats.org/officeDocument/2006/relationships/tags" Target="../tags/tag223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image" Target="../media/image4.png"/><Relationship Id="rId5" Type="http://schemas.openxmlformats.org/officeDocument/2006/relationships/tags" Target="../tags/tag231.xml"/><Relationship Id="rId4" Type="http://schemas.openxmlformats.org/officeDocument/2006/relationships/image" Target="../media/image3.png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image" Target="../media/image7.png"/><Relationship Id="rId2" Type="http://schemas.openxmlformats.org/officeDocument/2006/relationships/tags" Target="../tags/tag237.xml"/><Relationship Id="rId10" Type="http://schemas.openxmlformats.org/officeDocument/2006/relationships/tags" Target="../tags/tag244.xml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251.xml"/><Relationship Id="rId8" Type="http://schemas.openxmlformats.org/officeDocument/2006/relationships/tags" Target="../tags/tag250.xml"/><Relationship Id="rId7" Type="http://schemas.openxmlformats.org/officeDocument/2006/relationships/tags" Target="../tags/tag249.xml"/><Relationship Id="rId6" Type="http://schemas.openxmlformats.org/officeDocument/2006/relationships/tags" Target="../tags/tag248.xml"/><Relationship Id="rId5" Type="http://schemas.openxmlformats.org/officeDocument/2006/relationships/tags" Target="../tags/tag247.xml"/><Relationship Id="rId4" Type="http://schemas.openxmlformats.org/officeDocument/2006/relationships/tags" Target="../tags/tag246.xml"/><Relationship Id="rId3" Type="http://schemas.openxmlformats.org/officeDocument/2006/relationships/image" Target="../media/image7.png"/><Relationship Id="rId2" Type="http://schemas.openxmlformats.org/officeDocument/2006/relationships/tags" Target="../tags/tag245.xml"/><Relationship Id="rId10" Type="http://schemas.openxmlformats.org/officeDocument/2006/relationships/tags" Target="../tags/tag252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259.xml"/><Relationship Id="rId8" Type="http://schemas.openxmlformats.org/officeDocument/2006/relationships/tags" Target="../tags/tag258.xml"/><Relationship Id="rId7" Type="http://schemas.openxmlformats.org/officeDocument/2006/relationships/tags" Target="../tags/tag257.xml"/><Relationship Id="rId6" Type="http://schemas.openxmlformats.org/officeDocument/2006/relationships/tags" Target="../tags/tag256.xml"/><Relationship Id="rId5" Type="http://schemas.openxmlformats.org/officeDocument/2006/relationships/tags" Target="../tags/tag255.xml"/><Relationship Id="rId4" Type="http://schemas.openxmlformats.org/officeDocument/2006/relationships/tags" Target="../tags/tag254.xml"/><Relationship Id="rId3" Type="http://schemas.openxmlformats.org/officeDocument/2006/relationships/image" Target="../media/image7.png"/><Relationship Id="rId2" Type="http://schemas.openxmlformats.org/officeDocument/2006/relationships/tags" Target="../tags/tag253.xml"/><Relationship Id="rId10" Type="http://schemas.openxmlformats.org/officeDocument/2006/relationships/tags" Target="../tags/tag260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267.xml"/><Relationship Id="rId8" Type="http://schemas.openxmlformats.org/officeDocument/2006/relationships/tags" Target="../tags/tag266.xml"/><Relationship Id="rId7" Type="http://schemas.openxmlformats.org/officeDocument/2006/relationships/tags" Target="../tags/tag265.xml"/><Relationship Id="rId6" Type="http://schemas.openxmlformats.org/officeDocument/2006/relationships/tags" Target="../tags/tag264.xml"/><Relationship Id="rId5" Type="http://schemas.openxmlformats.org/officeDocument/2006/relationships/tags" Target="../tags/tag263.xml"/><Relationship Id="rId4" Type="http://schemas.openxmlformats.org/officeDocument/2006/relationships/tags" Target="../tags/tag262.xml"/><Relationship Id="rId3" Type="http://schemas.openxmlformats.org/officeDocument/2006/relationships/image" Target="../media/image7.png"/><Relationship Id="rId2" Type="http://schemas.openxmlformats.org/officeDocument/2006/relationships/tags" Target="../tags/tag261.xml"/><Relationship Id="rId12" Type="http://schemas.openxmlformats.org/officeDocument/2006/relationships/tags" Target="../tags/tag270.xml"/><Relationship Id="rId11" Type="http://schemas.openxmlformats.org/officeDocument/2006/relationships/tags" Target="../tags/tag269.xml"/><Relationship Id="rId10" Type="http://schemas.openxmlformats.org/officeDocument/2006/relationships/tags" Target="../tags/tag268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277.xml"/><Relationship Id="rId7" Type="http://schemas.openxmlformats.org/officeDocument/2006/relationships/tags" Target="../tags/tag276.xml"/><Relationship Id="rId6" Type="http://schemas.openxmlformats.org/officeDocument/2006/relationships/tags" Target="../tags/tag275.xml"/><Relationship Id="rId5" Type="http://schemas.openxmlformats.org/officeDocument/2006/relationships/tags" Target="../tags/tag274.xml"/><Relationship Id="rId4" Type="http://schemas.openxmlformats.org/officeDocument/2006/relationships/tags" Target="../tags/tag273.xml"/><Relationship Id="rId3" Type="http://schemas.openxmlformats.org/officeDocument/2006/relationships/tags" Target="../tags/tag272.xml"/><Relationship Id="rId2" Type="http://schemas.openxmlformats.org/officeDocument/2006/relationships/tags" Target="../tags/tag271.xml"/><Relationship Id="rId10" Type="http://schemas.openxmlformats.org/officeDocument/2006/relationships/tags" Target="../tags/tag278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2698974" cy="3429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 rot="10800000">
            <a:off x="6445026" y="3429000"/>
            <a:ext cx="2698974" cy="3429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863549" y="4744587"/>
            <a:ext cx="1410439" cy="1134808"/>
          </a:xfrm>
          <a:prstGeom prst="rect">
            <a:avLst/>
          </a:prstGeom>
        </p:spPr>
      </p:pic>
      <p:cxnSp>
        <p:nvCxnSpPr>
          <p:cNvPr id="10" name="直接连接符 9"/>
          <p:cNvCxnSpPr/>
          <p:nvPr>
            <p:custDataLst>
              <p:tags r:id="rId7"/>
            </p:custDataLst>
          </p:nvPr>
        </p:nvCxnSpPr>
        <p:spPr>
          <a:xfrm>
            <a:off x="4438140" y="3296589"/>
            <a:ext cx="26125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1357915" y="1805067"/>
            <a:ext cx="6428171" cy="122539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 u="none" strike="noStrike" kern="1200" cap="none" spc="6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2197172" y="3406524"/>
            <a:ext cx="5004450" cy="461098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35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" y="0"/>
            <a:ext cx="9143999" cy="6857999"/>
            <a:chOff x="1" y="0"/>
            <a:chExt cx="12191999" cy="6857999"/>
          </a:xfrm>
        </p:grpSpPr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" y="0"/>
              <a:ext cx="1867398" cy="177937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10800000">
              <a:off x="10416745" y="5166425"/>
              <a:ext cx="1775255" cy="169157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8"/>
            </p:custDataLst>
          </p:nvPr>
        </p:nvSpPr>
        <p:spPr>
          <a:xfrm>
            <a:off x="502411" y="1626121"/>
            <a:ext cx="8139178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866779" y="4744587"/>
            <a:ext cx="1410439" cy="113480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2698974" cy="3429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tretch>
            <a:fillRect/>
          </a:stretch>
        </p:blipFill>
        <p:spPr>
          <a:xfrm rot="10800000">
            <a:off x="6445026" y="3429000"/>
            <a:ext cx="2698974" cy="3429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2204698" y="2316197"/>
            <a:ext cx="4881563" cy="864393"/>
          </a:xfrm>
          <a:noFill/>
        </p:spPr>
        <p:txBody>
          <a:bodyPr lIns="90000" tIns="46800" rIns="90000" bIns="46800" anchor="b" anchorCtr="0">
            <a:normAutofit/>
          </a:bodyPr>
          <a:lstStyle>
            <a:lvl1pPr algn="ctr">
              <a:defRPr sz="36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2204698" y="3528930"/>
            <a:ext cx="4881563" cy="521968"/>
          </a:xfrm>
        </p:spPr>
        <p:txBody>
          <a:bodyPr lIns="90000" tIns="46800" rIns="90000" bIns="46800" anchor="t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1500" b="0" i="0" u="none" strike="noStrike" kern="1200" cap="none" spc="150" normalizeH="0" baseline="0" noProof="1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1" y="0"/>
            <a:ext cx="9143999" cy="6857999"/>
            <a:chOff x="1" y="0"/>
            <a:chExt cx="12191999" cy="6857999"/>
          </a:xfrm>
        </p:grpSpPr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" y="0"/>
              <a:ext cx="1867398" cy="177937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10800000">
              <a:off x="10416745" y="5166425"/>
              <a:ext cx="1775255" cy="169157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8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9"/>
            </p:custDataLst>
          </p:nvPr>
        </p:nvSpPr>
        <p:spPr>
          <a:xfrm>
            <a:off x="4679158" y="1626121"/>
            <a:ext cx="3962432" cy="4041680"/>
          </a:xfrm>
        </p:spPr>
        <p:txBody>
          <a:bodyPr>
            <a:noAutofit/>
          </a:bodyPr>
          <a:lstStyle>
            <a:lvl1pPr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1" y="0"/>
            <a:ext cx="9143999" cy="6857999"/>
            <a:chOff x="1" y="0"/>
            <a:chExt cx="12191999" cy="6857999"/>
          </a:xfrm>
        </p:grpSpPr>
        <p:pic>
          <p:nvPicPr>
            <p:cNvPr id="12" name="图片 11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" y="0"/>
              <a:ext cx="1867398" cy="1779373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10800000">
              <a:off x="10416745" y="5166425"/>
              <a:ext cx="1775255" cy="169157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502447" y="1000133"/>
            <a:ext cx="3962432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9"/>
            </p:custDataLst>
          </p:nvPr>
        </p:nvSpPr>
        <p:spPr>
          <a:xfrm>
            <a:off x="502444" y="2023369"/>
            <a:ext cx="3962400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0"/>
            </p:custDataLst>
          </p:nvPr>
        </p:nvSpPr>
        <p:spPr>
          <a:xfrm>
            <a:off x="4676812" y="1000133"/>
            <a:ext cx="3962432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1"/>
            </p:custDataLst>
          </p:nvPr>
        </p:nvSpPr>
        <p:spPr>
          <a:xfrm>
            <a:off x="4676812" y="2023369"/>
            <a:ext cx="3962432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" y="0"/>
            <a:ext cx="9144000" cy="6858000"/>
            <a:chOff x="1" y="0"/>
            <a:chExt cx="12192000" cy="6858000"/>
          </a:xfrm>
        </p:grpSpPr>
        <p:pic>
          <p:nvPicPr>
            <p:cNvPr id="6" name="图片 5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" y="0"/>
              <a:ext cx="2420164" cy="2306083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0800000">
              <a:off x="9771837" y="4551917"/>
              <a:ext cx="2420164" cy="2306083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02411" y="498476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7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1626121"/>
            <a:ext cx="3962432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1626121"/>
            <a:ext cx="713238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1626113"/>
            <a:ext cx="7371076" cy="4041680"/>
          </a:xfrm>
        </p:spPr>
        <p:txBody>
          <a:bodyPr vert="eaVert"/>
          <a:lstStyle>
            <a:lvl1pPr indent="0" eaLnBrk="1" fontAlgn="auto" latinLnBrk="0" hangingPunct="1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2204561" cy="280035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02447" y="1626121"/>
            <a:ext cx="8139178" cy="404168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2698974" cy="3429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 rot="10800000">
            <a:off x="6445026" y="3429000"/>
            <a:ext cx="2698974" cy="3429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863549" y="4744587"/>
            <a:ext cx="1410439" cy="1134808"/>
          </a:xfrm>
          <a:prstGeom prst="rect">
            <a:avLst/>
          </a:prstGeom>
        </p:spPr>
      </p:pic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4438140" y="3611901"/>
            <a:ext cx="26125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830280" y="2386556"/>
            <a:ext cx="5614983" cy="98493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405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830280" y="3758641"/>
            <a:ext cx="5614983" cy="499194"/>
          </a:xfrm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400651" cy="17792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10800000">
            <a:off x="7812405" y="5166360"/>
            <a:ext cx="1331595" cy="16916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02411" y="498476"/>
            <a:ext cx="8139178" cy="331473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19551" y="304165"/>
            <a:ext cx="8704898" cy="62496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400651" cy="177927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10800000">
            <a:off x="7812405" y="5166360"/>
            <a:ext cx="1331595" cy="16916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961200" y="1339650"/>
            <a:ext cx="7219800" cy="542700"/>
          </a:xfrm>
        </p:spPr>
        <p:txBody>
          <a:bodyPr lIns="90000" tIns="46800" rIns="90000" bIns="46800" anchor="ctr">
            <a:normAutofit/>
          </a:bodyPr>
          <a:lstStyle>
            <a:lvl1pPr>
              <a:defRPr sz="24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960835" y="2594250"/>
            <a:ext cx="7219950" cy="25839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10800000">
            <a:off x="8000524" y="5405120"/>
            <a:ext cx="1143476" cy="145288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3617595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37400" y="880650"/>
            <a:ext cx="2970000" cy="661500"/>
          </a:xfrm>
        </p:spPr>
        <p:txBody>
          <a:bodyPr lIns="90000" tIns="46800" rIns="90000" bIns="46800" anchor="ctr">
            <a:normAutofit/>
          </a:bodyPr>
          <a:lstStyle>
            <a:lvl1pPr>
              <a:defRPr sz="27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440100" y="2275649"/>
            <a:ext cx="2967300" cy="30699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3825900" y="1405929"/>
            <a:ext cx="4860000" cy="3815953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10800000">
            <a:off x="8000524" y="5405120"/>
            <a:ext cx="1143476" cy="1452880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9144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459000" y="859500"/>
            <a:ext cx="8232300" cy="469800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27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459000" y="1763100"/>
            <a:ext cx="8231981" cy="621000"/>
          </a:xfrm>
        </p:spPr>
        <p:txBody>
          <a:bodyPr lIns="90000" tIns="46800" rIns="90000" bIns="46800">
            <a:normAutofit/>
          </a:bodyPr>
          <a:lstStyle>
            <a:lvl1pPr algn="ctr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459581" y="3236850"/>
            <a:ext cx="8224200" cy="25731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-9525"/>
            <a:ext cx="1143476" cy="145288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0" y="5029201"/>
            <a:ext cx="9144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453600" y="740250"/>
            <a:ext cx="8232300" cy="423900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24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453628" y="2082600"/>
            <a:ext cx="8243100" cy="24084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445500" y="5306850"/>
            <a:ext cx="8251200" cy="7587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10800000">
            <a:off x="8000524" y="5405120"/>
            <a:ext cx="1143476" cy="1452880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434700" y="292846"/>
            <a:ext cx="8278200" cy="331473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434700" y="2025000"/>
            <a:ext cx="4006800" cy="21708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4681800" y="2025000"/>
            <a:ext cx="4025700" cy="21708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429300" y="4914450"/>
            <a:ext cx="4006800" cy="5859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4689900" y="4910850"/>
            <a:ext cx="4025700" cy="5859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1576668"/>
            <a:ext cx="9144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42100" y="1637550"/>
            <a:ext cx="6858000" cy="17901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45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141810" y="4069800"/>
            <a:ext cx="6858000" cy="1242000"/>
          </a:xfrm>
        </p:spPr>
        <p:txBody>
          <a:bodyPr lIns="90000" tIns="46800" rIns="90000" bIns="46800">
            <a:normAutofit/>
          </a:bodyPr>
          <a:lstStyle>
            <a:lvl1pPr algn="ctr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2357438" cy="299529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9"/>
          <a:stretch>
            <a:fillRect/>
          </a:stretch>
        </p:blipFill>
        <p:spPr>
          <a:xfrm rot="10800000">
            <a:off x="6786563" y="3862705"/>
            <a:ext cx="2357438" cy="29952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857250"/>
            <a:ext cx="2698974" cy="25717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 rot="10800000">
            <a:off x="6445026" y="3429000"/>
            <a:ext cx="2698974" cy="25717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863549" y="4273839"/>
            <a:ext cx="1410439" cy="1134808"/>
          </a:xfrm>
          <a:prstGeom prst="rect">
            <a:avLst/>
          </a:prstGeom>
        </p:spPr>
      </p:pic>
      <p:cxnSp>
        <p:nvCxnSpPr>
          <p:cNvPr id="10" name="直接连接符 9"/>
          <p:cNvCxnSpPr/>
          <p:nvPr>
            <p:custDataLst>
              <p:tags r:id="rId7"/>
            </p:custDataLst>
          </p:nvPr>
        </p:nvCxnSpPr>
        <p:spPr>
          <a:xfrm>
            <a:off x="4438140" y="3329692"/>
            <a:ext cx="26125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1357915" y="2057876"/>
            <a:ext cx="6428171" cy="122539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u="none" strike="noStrike" kern="1200" cap="none" spc="6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2197172" y="3354506"/>
            <a:ext cx="5004450" cy="461098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5619625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" y="857250"/>
            <a:ext cx="9143999" cy="5143499"/>
            <a:chOff x="1" y="0"/>
            <a:chExt cx="12191999" cy="6857999"/>
          </a:xfrm>
        </p:grpSpPr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" y="0"/>
              <a:ext cx="1867398" cy="177937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10800000">
              <a:off x="10416745" y="5166425"/>
              <a:ext cx="1775255" cy="169157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02412" y="1189676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8"/>
            </p:custDataLst>
          </p:nvPr>
        </p:nvSpPr>
        <p:spPr>
          <a:xfrm>
            <a:off x="502412" y="1571631"/>
            <a:ext cx="8139178" cy="404168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866780" y="4273839"/>
            <a:ext cx="1410439" cy="113480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857250"/>
            <a:ext cx="2698974" cy="25717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tretch>
            <a:fillRect/>
          </a:stretch>
        </p:blipFill>
        <p:spPr>
          <a:xfrm rot="10800000">
            <a:off x="6445026" y="3429000"/>
            <a:ext cx="2698974" cy="257175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2204699" y="2486349"/>
            <a:ext cx="4881563" cy="864393"/>
          </a:xfrm>
          <a:noFill/>
        </p:spPr>
        <p:txBody>
          <a:bodyPr lIns="90000" tIns="46800" rIns="90000" bIns="46800" anchor="b" anchorCtr="0">
            <a:normAutofit/>
          </a:bodyPr>
          <a:lstStyle>
            <a:lvl1pPr algn="ctr">
              <a:defRPr sz="48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2204699" y="3438701"/>
            <a:ext cx="4881563" cy="521968"/>
          </a:xfrm>
        </p:spPr>
        <p:txBody>
          <a:bodyPr lIns="90000" tIns="46800" rIns="90000" bIns="46800" anchor="t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1" y="857250"/>
            <a:ext cx="9143999" cy="5143499"/>
            <a:chOff x="1" y="0"/>
            <a:chExt cx="12191999" cy="6857999"/>
          </a:xfrm>
        </p:grpSpPr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" y="0"/>
              <a:ext cx="1867398" cy="177937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10800000">
              <a:off x="10416745" y="5166425"/>
              <a:ext cx="1775255" cy="169157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02412" y="1189676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8"/>
            </p:custDataLst>
          </p:nvPr>
        </p:nvSpPr>
        <p:spPr>
          <a:xfrm>
            <a:off x="502448" y="1571631"/>
            <a:ext cx="3962432" cy="404168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9"/>
            </p:custDataLst>
          </p:nvPr>
        </p:nvSpPr>
        <p:spPr>
          <a:xfrm>
            <a:off x="4679158" y="1571631"/>
            <a:ext cx="3962432" cy="4041680"/>
          </a:xfrm>
        </p:spPr>
        <p:txBody>
          <a:bodyPr>
            <a:noAutofit/>
          </a:bodyPr>
          <a:lstStyle>
            <a:lvl1pPr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1" y="857250"/>
            <a:ext cx="9143999" cy="5143499"/>
            <a:chOff x="1" y="0"/>
            <a:chExt cx="12191999" cy="6857999"/>
          </a:xfrm>
        </p:grpSpPr>
        <p:pic>
          <p:nvPicPr>
            <p:cNvPr id="12" name="图片 11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" y="0"/>
              <a:ext cx="1867398" cy="1779373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10800000">
              <a:off x="10416745" y="5166425"/>
              <a:ext cx="1775255" cy="169157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02412" y="1189676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502448" y="1571631"/>
            <a:ext cx="3962432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9"/>
            </p:custDataLst>
          </p:nvPr>
        </p:nvSpPr>
        <p:spPr>
          <a:xfrm>
            <a:off x="502444" y="1912144"/>
            <a:ext cx="3962400" cy="370106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0"/>
            </p:custDataLst>
          </p:nvPr>
        </p:nvSpPr>
        <p:spPr>
          <a:xfrm>
            <a:off x="4676813" y="1571631"/>
            <a:ext cx="3962432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1"/>
            </p:custDataLst>
          </p:nvPr>
        </p:nvSpPr>
        <p:spPr>
          <a:xfrm>
            <a:off x="4676813" y="1912144"/>
            <a:ext cx="3962432" cy="370106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" y="857250"/>
            <a:ext cx="9144000" cy="5143500"/>
            <a:chOff x="1" y="0"/>
            <a:chExt cx="12192000" cy="6858000"/>
          </a:xfrm>
        </p:grpSpPr>
        <p:pic>
          <p:nvPicPr>
            <p:cNvPr id="6" name="图片 5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" y="0"/>
              <a:ext cx="2420164" cy="2306083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0800000">
              <a:off x="9771837" y="4551917"/>
              <a:ext cx="2420164" cy="2306083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1189676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1571631"/>
            <a:ext cx="3962432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1571631"/>
            <a:ext cx="3962432" cy="404168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1571631"/>
            <a:ext cx="713238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1571625"/>
            <a:ext cx="7371076" cy="4041680"/>
          </a:xfrm>
        </p:spPr>
        <p:txBody>
          <a:bodyPr vert="eaVert"/>
          <a:lstStyle>
            <a:lvl1pPr indent="0" eaLnBrk="1" fontAlgn="auto" latinLnBrk="0" hangingPunct="1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857250"/>
            <a:ext cx="2204561" cy="2100263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02448" y="1571631"/>
            <a:ext cx="8139178" cy="404168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857250"/>
            <a:ext cx="2698974" cy="25717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 rot="10800000">
            <a:off x="6445026" y="3429000"/>
            <a:ext cx="2698974" cy="25717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863549" y="4273839"/>
            <a:ext cx="1410439" cy="1134808"/>
          </a:xfrm>
          <a:prstGeom prst="rect">
            <a:avLst/>
          </a:prstGeom>
        </p:spPr>
      </p:pic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4438140" y="3566176"/>
            <a:ext cx="26125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830280" y="2524051"/>
            <a:ext cx="5614983" cy="98493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830280" y="3613832"/>
            <a:ext cx="5614983" cy="499194"/>
          </a:xfrm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sz="240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857250"/>
            <a:ext cx="1400651" cy="133445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10800000">
            <a:off x="7812405" y="4732020"/>
            <a:ext cx="1331595" cy="12687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19551" y="1085374"/>
            <a:ext cx="8704898" cy="468725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857250"/>
            <a:ext cx="1400651" cy="133445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10800000">
            <a:off x="7812405" y="4732020"/>
            <a:ext cx="1331595" cy="12687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961200" y="1794150"/>
            <a:ext cx="7219800" cy="542700"/>
          </a:xfrm>
        </p:spPr>
        <p:txBody>
          <a:bodyPr lIns="90000" tIns="46800" rIns="90000" bIns="46800" anchor="ctr">
            <a:normAutofit/>
          </a:bodyPr>
          <a:lstStyle>
            <a:lvl1pPr>
              <a:defRPr sz="3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960835" y="2479950"/>
            <a:ext cx="7219950" cy="25839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10800000">
            <a:off x="8000524" y="4911090"/>
            <a:ext cx="1143476" cy="108966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0" y="857250"/>
            <a:ext cx="3617595" cy="51435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37400" y="1435050"/>
            <a:ext cx="2970000" cy="661500"/>
          </a:xfrm>
        </p:spPr>
        <p:txBody>
          <a:bodyPr lIns="90000" tIns="46800" rIns="90000" bIns="46800" anchor="ctr">
            <a:normAutofit/>
          </a:bodyPr>
          <a:lstStyle>
            <a:lvl1pPr>
              <a:defRPr sz="3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440100" y="2180249"/>
            <a:ext cx="2967300" cy="30699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3825900" y="1434703"/>
            <a:ext cx="4860000" cy="3815953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10800000">
            <a:off x="8000524" y="4911090"/>
            <a:ext cx="1143476" cy="1089660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0" y="857250"/>
            <a:ext cx="9144000" cy="199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459000" y="1443150"/>
            <a:ext cx="8232300" cy="469800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3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459000" y="2101950"/>
            <a:ext cx="8231981" cy="621000"/>
          </a:xfrm>
        </p:spPr>
        <p:txBody>
          <a:bodyPr lIns="90000" tIns="46800" rIns="90000" bIns="46800">
            <a:normAutofit/>
          </a:bodyPr>
          <a:lstStyle>
            <a:lvl1pPr algn="ctr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459581" y="2963250"/>
            <a:ext cx="8224200" cy="25731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850106"/>
            <a:ext cx="1143476" cy="108966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0" y="4629151"/>
            <a:ext cx="9144000" cy="13715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453600" y="1359450"/>
            <a:ext cx="8232300" cy="423900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3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453628" y="2118150"/>
            <a:ext cx="8243100" cy="24084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445500" y="4742550"/>
            <a:ext cx="8251200" cy="7587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10800000">
            <a:off x="8000524" y="4911090"/>
            <a:ext cx="1143476" cy="1089660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0" y="857250"/>
            <a:ext cx="9144000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434700" y="1035450"/>
            <a:ext cx="8278200" cy="331473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434700" y="2104650"/>
            <a:ext cx="4006800" cy="21708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4681800" y="2104650"/>
            <a:ext cx="4025700" cy="21708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429300" y="4469850"/>
            <a:ext cx="4006800" cy="5859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4689900" y="4467150"/>
            <a:ext cx="4025700" cy="585900"/>
          </a:xfrm>
        </p:spPr>
        <p:txBody>
          <a:bodyPr lIns="90000" tIns="46800" rIns="90000" bIns="46800">
            <a:normAutofit/>
          </a:bodyPr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1576668"/>
            <a:ext cx="9144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42100" y="1861650"/>
            <a:ext cx="6858000" cy="17901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60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141810" y="3754350"/>
            <a:ext cx="6858000" cy="1242000"/>
          </a:xfrm>
        </p:spPr>
        <p:txBody>
          <a:bodyPr lIns="90000" tIns="46800" rIns="90000" bIns="46800">
            <a:normAutofit/>
          </a:bodyPr>
          <a:lstStyle>
            <a:lvl1pPr algn="ctr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857250"/>
            <a:ext cx="2357438" cy="224647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9"/>
          <a:stretch>
            <a:fillRect/>
          </a:stretch>
        </p:blipFill>
        <p:spPr>
          <a:xfrm rot="10800000">
            <a:off x="6786563" y="3754279"/>
            <a:ext cx="2357438" cy="224647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42.xml"/><Relationship Id="rId23" Type="http://schemas.openxmlformats.org/officeDocument/2006/relationships/tags" Target="../tags/tag141.xml"/><Relationship Id="rId22" Type="http://schemas.openxmlformats.org/officeDocument/2006/relationships/tags" Target="../tags/tag140.xml"/><Relationship Id="rId21" Type="http://schemas.openxmlformats.org/officeDocument/2006/relationships/tags" Target="../tags/tag139.xml"/><Relationship Id="rId20" Type="http://schemas.openxmlformats.org/officeDocument/2006/relationships/tags" Target="../tags/tag138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37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5" Type="http://schemas.openxmlformats.org/officeDocument/2006/relationships/theme" Target="../theme/theme3.xml"/><Relationship Id="rId24" Type="http://schemas.openxmlformats.org/officeDocument/2006/relationships/tags" Target="../tags/tag284.xml"/><Relationship Id="rId23" Type="http://schemas.openxmlformats.org/officeDocument/2006/relationships/tags" Target="../tags/tag283.xml"/><Relationship Id="rId22" Type="http://schemas.openxmlformats.org/officeDocument/2006/relationships/tags" Target="../tags/tag282.xml"/><Relationship Id="rId21" Type="http://schemas.openxmlformats.org/officeDocument/2006/relationships/tags" Target="../tags/tag281.xml"/><Relationship Id="rId20" Type="http://schemas.openxmlformats.org/officeDocument/2006/relationships/tags" Target="../tags/tag280.xml"/><Relationship Id="rId2" Type="http://schemas.openxmlformats.org/officeDocument/2006/relationships/slideLayout" Target="../slideLayouts/slideLayout31.xml"/><Relationship Id="rId19" Type="http://schemas.openxmlformats.org/officeDocument/2006/relationships/tags" Target="../tags/tag279.xml"/><Relationship Id="rId18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02412" y="1189673"/>
            <a:ext cx="8139178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502412" y="1571631"/>
            <a:ext cx="8139178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59807" y="561962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3087000" y="561962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6457950" y="561962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02412" y="1189673"/>
            <a:ext cx="8139178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502412" y="1571631"/>
            <a:ext cx="8139178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59807" y="561962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3087000" y="561962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6457950" y="561962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86.xml"/><Relationship Id="rId1" Type="http://schemas.openxmlformats.org/officeDocument/2006/relationships/tags" Target="../tags/tag28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1.xml"/><Relationship Id="rId2" Type="http://schemas.openxmlformats.org/officeDocument/2006/relationships/themeOverride" Target="../theme/themeOverride1.xml"/><Relationship Id="rId1" Type="http://schemas.openxmlformats.org/officeDocument/2006/relationships/tags" Target="../tags/tag287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33.xml"/><Relationship Id="rId4" Type="http://schemas.openxmlformats.org/officeDocument/2006/relationships/themeOverride" Target="../theme/themeOverride2.xml"/><Relationship Id="rId3" Type="http://schemas.openxmlformats.org/officeDocument/2006/relationships/tags" Target="../tags/tag289.xml"/><Relationship Id="rId2" Type="http://schemas.openxmlformats.org/officeDocument/2006/relationships/tags" Target="../tags/tag288.xml"/><Relationship Id="rId1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tags" Target="../tags/tag290.xml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tags" Target="../tags/tag291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7.xml"/><Relationship Id="rId3" Type="http://schemas.openxmlformats.org/officeDocument/2006/relationships/themeOverride" Target="../theme/themeOverride3.xml"/><Relationship Id="rId2" Type="http://schemas.openxmlformats.org/officeDocument/2006/relationships/tags" Target="../tags/tag292.xml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7.xml"/><Relationship Id="rId3" Type="http://schemas.openxmlformats.org/officeDocument/2006/relationships/themeOverride" Target="../theme/themeOverride4.xml"/><Relationship Id="rId2" Type="http://schemas.openxmlformats.org/officeDocument/2006/relationships/tags" Target="../tags/tag293.xml"/><Relationship Id="rId1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tags" Target="../tags/tag2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68163" y="2708910"/>
            <a:ext cx="8570894" cy="1633855"/>
          </a:xfrm>
        </p:spPr>
        <p:txBody>
          <a:bodyPr>
            <a:noAutofit/>
          </a:bodyPr>
          <a:p>
            <a:pPr algn="ctr"/>
            <a:r>
              <a:rPr lang="zh-CN" altLang="en-US" sz="6000" dirty="0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淬炼最后廿五日，</a:t>
            </a:r>
            <a:br>
              <a:rPr lang="zh-CN" altLang="en-US" sz="6000" dirty="0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lang="zh-CN" altLang="en-US" sz="6000" dirty="0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共赏六月繁花香。</a:t>
            </a:r>
            <a:br>
              <a:rPr lang="zh-CN" altLang="en-US" sz="6000" dirty="0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lang="zh-CN" altLang="en-US" sz="4000" dirty="0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语文备课组王璇</a:t>
            </a:r>
            <a:endParaRPr lang="zh-CN" altLang="en-US" sz="4000" dirty="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2483485" y="2493010"/>
            <a:ext cx="50800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sz="4800" b="1">
                <a:ea typeface="宋体" panose="02010600030101010101" pitchFamily="2" charset="-122"/>
              </a:rPr>
              <a:t>行百里者半九十</a:t>
            </a:r>
            <a:endParaRPr lang="zh-CN" altLang="en-US" sz="4800" b="1"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580" y="-171450"/>
            <a:ext cx="8060055" cy="6865620"/>
          </a:xfrm>
          <a:prstGeom prst="rect">
            <a:avLst/>
          </a:prstGeom>
        </p:spPr>
      </p:pic>
      <p:sp>
        <p:nvSpPr>
          <p:cNvPr id="100" name="文本框 99"/>
          <p:cNvSpPr txBox="1"/>
          <p:nvPr>
            <p:custDataLst>
              <p:tags r:id="rId2"/>
            </p:custDataLst>
          </p:nvPr>
        </p:nvSpPr>
        <p:spPr>
          <a:xfrm>
            <a:off x="251460" y="116840"/>
            <a:ext cx="5080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sz="3200" b="1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</a:rPr>
              <a:t>一、</a:t>
            </a:r>
            <a:r>
              <a:rPr lang="en-US" sz="3200" b="1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zh-CN" sz="3200" b="1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</a:rPr>
              <a:t>群策群力，规划到天</a:t>
            </a:r>
            <a:endParaRPr lang="zh-CN" altLang="en-US" sz="3200" b="1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55650" y="1412875"/>
            <a:ext cx="45720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/>
              <a:t>1.</a:t>
            </a:r>
            <a:r>
              <a:rPr lang="zh-CN" altLang="en-US" sz="2400" b="1"/>
              <a:t>先行酝酿，跨区同频</a:t>
            </a:r>
            <a:endParaRPr lang="zh-CN" altLang="en-US" sz="2400" b="1"/>
          </a:p>
          <a:p>
            <a:r>
              <a:rPr lang="en-US" altLang="zh-CN" sz="2400" b="1"/>
              <a:t>2.集思广益，精雕细琢</a:t>
            </a:r>
            <a:endParaRPr lang="en-US" altLang="zh-CN" sz="2400" b="1"/>
          </a:p>
          <a:p>
            <a:r>
              <a:rPr lang="en-US" altLang="zh-CN" sz="2400" b="1"/>
              <a:t>3.专业引领，精准导航</a:t>
            </a:r>
            <a:endParaRPr lang="en-US" altLang="zh-CN" sz="2400" b="1"/>
          </a:p>
          <a:p>
            <a:r>
              <a:rPr lang="en-US" altLang="zh-CN" sz="2400" b="1"/>
              <a:t>4.执行落地</a:t>
            </a:r>
            <a:r>
              <a:rPr lang="zh-CN" altLang="en-US" sz="2400" b="1"/>
              <a:t>，有效实施</a:t>
            </a:r>
            <a:endParaRPr lang="zh-CN" altLang="en-US" sz="2400" b="1"/>
          </a:p>
        </p:txBody>
      </p:sp>
      <p:sp>
        <p:nvSpPr>
          <p:cNvPr id="7" name="文本框 6"/>
          <p:cNvSpPr txBox="1"/>
          <p:nvPr/>
        </p:nvSpPr>
        <p:spPr>
          <a:xfrm>
            <a:off x="611505" y="404495"/>
            <a:ext cx="61563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3200" b="1">
                <a:solidFill>
                  <a:srgbClr val="0070C0"/>
                </a:solidFill>
                <a:latin typeface="Calibri" panose="020F0502020204030204" charset="0"/>
                <a:sym typeface="+mn-ea"/>
              </a:rPr>
              <a:t>一、</a:t>
            </a:r>
            <a:r>
              <a:rPr lang="en-US" sz="3200" b="1">
                <a:solidFill>
                  <a:srgbClr val="0070C0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zh-CN" sz="3200" b="1">
                <a:solidFill>
                  <a:srgbClr val="0070C0"/>
                </a:solidFill>
                <a:latin typeface="Calibri" panose="020F0502020204030204" charset="0"/>
                <a:sym typeface="+mn-ea"/>
              </a:rPr>
              <a:t>群策群力，规划到天</a:t>
            </a:r>
            <a:endParaRPr lang="zh-CN" altLang="en-US" sz="3200" b="1">
              <a:solidFill>
                <a:srgbClr val="0070C0"/>
              </a:solidFill>
              <a:latin typeface="Calibri" panose="020F0502020204030204" charset="0"/>
              <a:sym typeface="+mn-ea"/>
            </a:endParaRPr>
          </a:p>
        </p:txBody>
      </p:sp>
      <p:pic>
        <p:nvPicPr>
          <p:cNvPr id="8" name="图片 7" descr="b44b791f-9852-47d7-94bc-81bd162ce95b"/>
          <p:cNvPicPr>
            <a:picLocks noChangeAspect="1"/>
          </p:cNvPicPr>
          <p:nvPr/>
        </p:nvPicPr>
        <p:blipFill>
          <a:blip r:embed="rId1"/>
          <a:srcRect t="31953" r="-7397"/>
          <a:stretch>
            <a:fillRect/>
          </a:stretch>
        </p:blipFill>
        <p:spPr>
          <a:xfrm>
            <a:off x="4140200" y="2493010"/>
            <a:ext cx="4448175" cy="37579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" name="文本框 101"/>
          <p:cNvSpPr txBox="1"/>
          <p:nvPr/>
        </p:nvSpPr>
        <p:spPr>
          <a:xfrm>
            <a:off x="899795" y="548640"/>
            <a:ext cx="638111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sz="320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</a:rPr>
              <a:t>二、</a:t>
            </a:r>
            <a:r>
              <a:rPr lang="en-US" sz="320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sz="3200" b="1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</a:rPr>
              <a:t>问题导向，微专题破局</a:t>
            </a:r>
            <a:endParaRPr lang="zh-CN" altLang="en-US" sz="3200" b="1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471930" y="1196975"/>
            <a:ext cx="6693535" cy="548894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文本框 102"/>
          <p:cNvSpPr txBox="1"/>
          <p:nvPr/>
        </p:nvSpPr>
        <p:spPr>
          <a:xfrm>
            <a:off x="395605" y="253365"/>
            <a:ext cx="5080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sz="3200" b="1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</a:rPr>
              <a:t>三、</a:t>
            </a:r>
            <a:r>
              <a:rPr lang="en-US" sz="3200" b="1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sz="3200" b="1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</a:rPr>
              <a:t>回归课本，筑牢底盘</a:t>
            </a:r>
            <a:endParaRPr lang="zh-CN" altLang="en-US" sz="3200" b="1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rcRect t="6462" r="-5269" b="16788"/>
          <a:stretch>
            <a:fillRect/>
          </a:stretch>
        </p:blipFill>
        <p:spPr>
          <a:xfrm>
            <a:off x="2483485" y="764540"/>
            <a:ext cx="4023995" cy="58000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文本框 102"/>
          <p:cNvSpPr txBox="1"/>
          <p:nvPr/>
        </p:nvSpPr>
        <p:spPr>
          <a:xfrm>
            <a:off x="395605" y="253365"/>
            <a:ext cx="5080000" cy="1076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sz="3200" b="1">
                <a:solidFill>
                  <a:srgbClr val="0070C0"/>
                </a:solidFill>
                <a:latin typeface="Calibri" panose="020F0502020204030204" charset="0"/>
                <a:sym typeface="+mn-ea"/>
              </a:rPr>
              <a:t>四、</a:t>
            </a:r>
            <a:r>
              <a:rPr lang="en-US" sz="3200" b="1">
                <a:solidFill>
                  <a:srgbClr val="0070C0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zh-CN" sz="3200" b="1">
                <a:solidFill>
                  <a:srgbClr val="0070C0"/>
                </a:solidFill>
                <a:latin typeface="Calibri" panose="020F0502020204030204" charset="0"/>
                <a:sym typeface="+mn-ea"/>
              </a:rPr>
              <a:t>传递信心，状态为王</a:t>
            </a:r>
            <a:endParaRPr lang="zh-CN" altLang="en-US" sz="3200" b="1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endParaRPr lang="zh-CN" altLang="en-US" sz="3200" b="1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3" name="图片 2" descr="23cd7da8-b19f-4425-836c-c1894e58e7a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305" y="1268730"/>
            <a:ext cx="6136640" cy="46024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" name="文本框 104"/>
          <p:cNvSpPr txBox="1"/>
          <p:nvPr/>
        </p:nvSpPr>
        <p:spPr>
          <a:xfrm>
            <a:off x="2123440" y="2277110"/>
            <a:ext cx="6105525" cy="14452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sz="4400" b="1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</a:rPr>
              <a:t>待到六月繁花盛开时，愿与诸位共赏满园芬芳！</a:t>
            </a:r>
            <a:endParaRPr lang="zh-CN" altLang="en-US" sz="4400" b="1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*y*1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2*i*2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5*i*2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6*i*3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6*i*4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3*i*2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4*i*3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5*i*3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8*i*1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8*i*1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77407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77407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COMBINE_RELATE_SLIDE_ID" val="background20176891_1"/>
  <p:tag name="KSO_WM_TEMPLATE_SUBCATEGORY" val="0"/>
  <p:tag name="KSO_WM_TEMPLATE_THUMBS_INDEX" val="1、4、11、23、25、27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177407"/>
  <p:tag name="KSO_WM_TEMPLATE_MASTER_TYPE" val="1"/>
</p:tagLst>
</file>

<file path=ppt/tags/tag14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*y*1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2*i*2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5*i*2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6*i*3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6*i*4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3*i*2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4*i*3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5*i*3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8*i*1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8*i*1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77407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77407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COMBINE_RELATE_SLIDE_ID" val="background20176891_1"/>
  <p:tag name="KSO_WM_TEMPLATE_SUBCATEGORY" val="0"/>
  <p:tag name="KSO_WM_TEMPLATE_THUMBS_INDEX" val="1、4、11、23、25、27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177407"/>
  <p:tag name="KSO_WM_TEMPLATE_MASTER_TYPE" val="1"/>
</p:tagLst>
</file>

<file path=ppt/tags/tag285.xml><?xml version="1.0" encoding="utf-8"?>
<p:tagLst xmlns:p="http://schemas.openxmlformats.org/presentationml/2006/main">
  <p:tag name="KSO_WM_UNIT_ISCONTENTSTITLE" val="0"/>
  <p:tag name="KSO_WM_UNIT_PRESET_TEXT" val="复古风小鸟花卉总结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77407_1*a*1"/>
  <p:tag name="KSO_WM_TEMPLATE_CATEGORY" val="custom"/>
  <p:tag name="KSO_WM_TEMPLATE_INDEX" val="20177407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5"/>
  <p:tag name="KSO_WM_UNIT_TEXT_FILL_TYPE" val="1"/>
</p:tagLst>
</file>

<file path=ppt/tags/tag286.xml><?xml version="1.0" encoding="utf-8"?>
<p:tagLst xmlns:p="http://schemas.openxmlformats.org/presentationml/2006/main">
  <p:tag name="KSO_WM_COMBINE_RELATE_SLIDE_ID" val="background20176891_1"/>
  <p:tag name="KSO_WM_TEMPLATE_THUMBS_INDEX" val="1、4、11、23、25、27"/>
  <p:tag name="KSO_WM_SLIDE_ID" val="custom20177407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EMPLATE_MASTER_THUMB_INDEX" val="12"/>
  <p:tag name="KSO_WM_TAG_VERSION" val="1.0"/>
  <p:tag name="KSO_WM_BEAUTIFY_FLAG" val="#wm#"/>
  <p:tag name="KSO_WM_TEMPLATE_CATEGORY" val="custom"/>
  <p:tag name="KSO_WM_TEMPLATE_INDEX" val="20177407"/>
  <p:tag name="KSO_WM_SLIDE_LAYOUT" val="a_b"/>
  <p:tag name="KSO_WM_SLIDE_LAYOUT_CNT" val="1_1"/>
</p:tagLst>
</file>

<file path=ppt/tags/tag287.xml><?xml version="1.0" encoding="utf-8"?>
<p:tagLst xmlns:p="http://schemas.openxmlformats.org/presentationml/2006/main">
  <p:tag name="KSO_WM_COMBINE_RELATE_SLIDE_ID" val="background20176891_2"/>
  <p:tag name="KSO_WM_SLIDE_ID" val="custom20177407_2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2"/>
  <p:tag name="KSO_WM_SLIDE_SIZE" val="854*465"/>
  <p:tag name="KSO_WM_SLIDE_POSITION" val="52*34"/>
  <p:tag name="KSO_WM_TAG_VERSION" val="1.0"/>
  <p:tag name="KSO_WM_BEAUTIFY_FLAG" val="#wm#"/>
  <p:tag name="KSO_WM_TEMPLATE_CATEGORY" val="custom"/>
  <p:tag name="KSO_WM_TEMPLATE_INDEX" val="20177407"/>
  <p:tag name="KSO_WM_SLIDE_LAYOUT" val="a_f"/>
  <p:tag name="KSO_WM_SLIDE_LAYOUT_CNT" val="1_1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COMBINE_RELATE_SLIDE_ID" val="background20176891_3"/>
  <p:tag name="KSO_WM_SLIDE_ID" val="custom20177407_3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3"/>
  <p:tag name="KSO_WM_SLIDE_SIZE" val="855*465"/>
  <p:tag name="KSO_WM_SLIDE_POSITION" val="52*34"/>
  <p:tag name="KSO_WM_TAG_VERSION" val="1.0"/>
  <p:tag name="KSO_WM_BEAUTIFY_FLAG" val="#wm#"/>
  <p:tag name="KSO_WM_TEMPLATE_CATEGORY" val="custom"/>
  <p:tag name="KSO_WM_TEMPLATE_INDEX" val="20177407"/>
  <p:tag name="KSO_WM_SLIDE_LAYOUT" val="a_f"/>
  <p:tag name="KSO_WM_SLIDE_LAYOUT_CNT" val="1_2"/>
</p:tagLst>
</file>

<file path=ppt/tags/tag290.xml><?xml version="1.0" encoding="utf-8"?>
<p:tagLst xmlns:p="http://schemas.openxmlformats.org/presentationml/2006/main">
  <p:tag name="KSO_WM_BEAUTIFY_FLAG" val="#wm#"/>
  <p:tag name="KSO_WM_TEMPLATE_CATEGORY" val="custom"/>
  <p:tag name="KSO_WM_TEMPLATE_INDEX" val="20177407"/>
</p:tagLst>
</file>

<file path=ppt/tags/tag291.xml><?xml version="1.0" encoding="utf-8"?>
<p:tagLst xmlns:p="http://schemas.openxmlformats.org/presentationml/2006/main">
  <p:tag name="KSO_WM_BEAUTIFY_FLAG" val="#wm#"/>
  <p:tag name="KSO_WM_TEMPLATE_CATEGORY" val="custom"/>
  <p:tag name="KSO_WM_TEMPLATE_INDEX" val="20177407"/>
</p:tagLst>
</file>

<file path=ppt/tags/tag292.xml><?xml version="1.0" encoding="utf-8"?>
<p:tagLst xmlns:p="http://schemas.openxmlformats.org/presentationml/2006/main">
  <p:tag name="KSO_WM_COMBINE_RELATE_SLIDE_ID" val="background20176891_4"/>
  <p:tag name="KSO_WM_SLIDE_ID" val="custom20177407_4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4"/>
  <p:tag name="KSO_WM_SLIDE_SIZE" val="855*465"/>
  <p:tag name="KSO_WM_SLIDE_POSITION" val="52*34"/>
  <p:tag name="KSO_WM_TAG_VERSION" val="1.0"/>
  <p:tag name="KSO_WM_BEAUTIFY_FLAG" val="#wm#"/>
  <p:tag name="KSO_WM_TEMPLATE_CATEGORY" val="custom"/>
  <p:tag name="KSO_WM_TEMPLATE_INDEX" val="20177407"/>
  <p:tag name="KSO_WM_SLIDE_LAYOUT" val="a_d_f"/>
  <p:tag name="KSO_WM_SLIDE_LAYOUT_CNT" val="1_1_1"/>
</p:tagLst>
</file>

<file path=ppt/tags/tag293.xml><?xml version="1.0" encoding="utf-8"?>
<p:tagLst xmlns:p="http://schemas.openxmlformats.org/presentationml/2006/main">
  <p:tag name="KSO_WM_COMBINE_RELATE_SLIDE_ID" val="background20176891_4"/>
  <p:tag name="KSO_WM_SLIDE_ID" val="custom20177407_4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4"/>
  <p:tag name="KSO_WM_SLIDE_SIZE" val="855*465"/>
  <p:tag name="KSO_WM_SLIDE_POSITION" val="52*34"/>
  <p:tag name="KSO_WM_TAG_VERSION" val="1.0"/>
  <p:tag name="KSO_WM_BEAUTIFY_FLAG" val="#wm#"/>
  <p:tag name="KSO_WM_TEMPLATE_CATEGORY" val="custom"/>
  <p:tag name="KSO_WM_TEMPLATE_INDEX" val="20177407"/>
  <p:tag name="KSO_WM_SLIDE_LAYOUT" val="a_d_f"/>
  <p:tag name="KSO_WM_SLIDE_LAYOUT_CNT" val="1_1_1"/>
</p:tagLst>
</file>

<file path=ppt/tags/tag294.xml><?xml version="1.0" encoding="utf-8"?>
<p:tagLst xmlns:p="http://schemas.openxmlformats.org/presentationml/2006/main">
  <p:tag name="KSO_WM_BEAUTIFY_FLAG" val="#wm#"/>
  <p:tag name="KSO_WM_TEMPLATE_CATEGORY" val="custom"/>
  <p:tag name="KSO_WM_TEMPLATE_INDEX" val="20177407"/>
</p:tagLst>
</file>

<file path=ppt/tags/tag295.xml><?xml version="1.0" encoding="utf-8"?>
<p:tagLst xmlns:p="http://schemas.openxmlformats.org/presentationml/2006/main">
  <p:tag name="commondata" val="eyJoZGlkIjoiNTQwMDEzMWEyMWMzMGIzYjliMDQ0YjhjY2M4Y2U1ODA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EEF8E7"/>
      </a:dk2>
      <a:lt2>
        <a:srgbClr val="F8FFF3"/>
      </a:lt2>
      <a:accent1>
        <a:srgbClr val="929E2D"/>
      </a:accent1>
      <a:accent2>
        <a:srgbClr val="A2811D"/>
      </a:accent2>
      <a:accent3>
        <a:srgbClr val="AD621F"/>
      </a:accent3>
      <a:accent4>
        <a:srgbClr val="B0422B"/>
      </a:accent4>
      <a:accent5>
        <a:srgbClr val="AA1F3E"/>
      </a:accent5>
      <a:accent6>
        <a:srgbClr val="99004D"/>
      </a:accent6>
      <a:hlink>
        <a:srgbClr val="334EE4"/>
      </a:hlink>
      <a:folHlink>
        <a:srgbClr val="B759BC"/>
      </a:folHlink>
    </a:clrScheme>
    <a:fontScheme name="自定义 1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自定义 119">
      <a:dk1>
        <a:srgbClr val="000000"/>
      </a:dk1>
      <a:lt1>
        <a:srgbClr val="FFFFFF"/>
      </a:lt1>
      <a:dk2>
        <a:srgbClr val="EEF8E7"/>
      </a:dk2>
      <a:lt2>
        <a:srgbClr val="F8FFF3"/>
      </a:lt2>
      <a:accent1>
        <a:srgbClr val="929E2D"/>
      </a:accent1>
      <a:accent2>
        <a:srgbClr val="A2811D"/>
      </a:accent2>
      <a:accent3>
        <a:srgbClr val="AD621F"/>
      </a:accent3>
      <a:accent4>
        <a:srgbClr val="B0422B"/>
      </a:accent4>
      <a:accent5>
        <a:srgbClr val="AA1F3E"/>
      </a:accent5>
      <a:accent6>
        <a:srgbClr val="99004D"/>
      </a:accent6>
      <a:hlink>
        <a:srgbClr val="334EE4"/>
      </a:hlink>
      <a:folHlink>
        <a:srgbClr val="B759BC"/>
      </a:folHlink>
    </a:clrScheme>
    <a:fontScheme name="自定义 1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19">
    <a:dk1>
      <a:srgbClr val="000000"/>
    </a:dk1>
    <a:lt1>
      <a:srgbClr val="FFFFFF"/>
    </a:lt1>
    <a:dk2>
      <a:srgbClr val="EEF8E7"/>
    </a:dk2>
    <a:lt2>
      <a:srgbClr val="F8FFF3"/>
    </a:lt2>
    <a:accent1>
      <a:srgbClr val="929E2D"/>
    </a:accent1>
    <a:accent2>
      <a:srgbClr val="A2811D"/>
    </a:accent2>
    <a:accent3>
      <a:srgbClr val="AD621F"/>
    </a:accent3>
    <a:accent4>
      <a:srgbClr val="B0422B"/>
    </a:accent4>
    <a:accent5>
      <a:srgbClr val="AA1F3E"/>
    </a:accent5>
    <a:accent6>
      <a:srgbClr val="99004D"/>
    </a:accent6>
    <a:hlink>
      <a:srgbClr val="334EE4"/>
    </a:hlink>
    <a:folHlink>
      <a:srgbClr val="B759BC"/>
    </a:folHlink>
  </a:clrScheme>
</a:themeOverride>
</file>

<file path=ppt/theme/themeOverride2.xml><?xml version="1.0" encoding="utf-8"?>
<a:themeOverride xmlns:a="http://schemas.openxmlformats.org/drawingml/2006/main">
  <a:clrScheme name="自定义 119">
    <a:dk1>
      <a:srgbClr val="000000"/>
    </a:dk1>
    <a:lt1>
      <a:srgbClr val="FFFFFF"/>
    </a:lt1>
    <a:dk2>
      <a:srgbClr val="EEF8E7"/>
    </a:dk2>
    <a:lt2>
      <a:srgbClr val="F8FFF3"/>
    </a:lt2>
    <a:accent1>
      <a:srgbClr val="929E2D"/>
    </a:accent1>
    <a:accent2>
      <a:srgbClr val="A2811D"/>
    </a:accent2>
    <a:accent3>
      <a:srgbClr val="AD621F"/>
    </a:accent3>
    <a:accent4>
      <a:srgbClr val="B0422B"/>
    </a:accent4>
    <a:accent5>
      <a:srgbClr val="AA1F3E"/>
    </a:accent5>
    <a:accent6>
      <a:srgbClr val="99004D"/>
    </a:accent6>
    <a:hlink>
      <a:srgbClr val="334EE4"/>
    </a:hlink>
    <a:folHlink>
      <a:srgbClr val="B759BC"/>
    </a:folHlink>
  </a:clrScheme>
</a:themeOverride>
</file>

<file path=ppt/theme/themeOverride3.xml><?xml version="1.0" encoding="utf-8"?>
<a:themeOverride xmlns:a="http://schemas.openxmlformats.org/drawingml/2006/main">
  <a:clrScheme name="自定义 119">
    <a:dk1>
      <a:srgbClr val="000000"/>
    </a:dk1>
    <a:lt1>
      <a:srgbClr val="FFFFFF"/>
    </a:lt1>
    <a:dk2>
      <a:srgbClr val="EEF8E7"/>
    </a:dk2>
    <a:lt2>
      <a:srgbClr val="F8FFF3"/>
    </a:lt2>
    <a:accent1>
      <a:srgbClr val="929E2D"/>
    </a:accent1>
    <a:accent2>
      <a:srgbClr val="A2811D"/>
    </a:accent2>
    <a:accent3>
      <a:srgbClr val="AD621F"/>
    </a:accent3>
    <a:accent4>
      <a:srgbClr val="B0422B"/>
    </a:accent4>
    <a:accent5>
      <a:srgbClr val="AA1F3E"/>
    </a:accent5>
    <a:accent6>
      <a:srgbClr val="99004D"/>
    </a:accent6>
    <a:hlink>
      <a:srgbClr val="334EE4"/>
    </a:hlink>
    <a:folHlink>
      <a:srgbClr val="B759BC"/>
    </a:folHlink>
  </a:clrScheme>
</a:themeOverride>
</file>

<file path=ppt/theme/themeOverride4.xml><?xml version="1.0" encoding="utf-8"?>
<a:themeOverride xmlns:a="http://schemas.openxmlformats.org/drawingml/2006/main">
  <a:clrScheme name="自定义 119">
    <a:dk1>
      <a:srgbClr val="000000"/>
    </a:dk1>
    <a:lt1>
      <a:srgbClr val="FFFFFF"/>
    </a:lt1>
    <a:dk2>
      <a:srgbClr val="EEF8E7"/>
    </a:dk2>
    <a:lt2>
      <a:srgbClr val="F8FFF3"/>
    </a:lt2>
    <a:accent1>
      <a:srgbClr val="929E2D"/>
    </a:accent1>
    <a:accent2>
      <a:srgbClr val="A2811D"/>
    </a:accent2>
    <a:accent3>
      <a:srgbClr val="AD621F"/>
    </a:accent3>
    <a:accent4>
      <a:srgbClr val="B0422B"/>
    </a:accent4>
    <a:accent5>
      <a:srgbClr val="AA1F3E"/>
    </a:accent5>
    <a:accent6>
      <a:srgbClr val="99004D"/>
    </a:accent6>
    <a:hlink>
      <a:srgbClr val="334EE4"/>
    </a:hlink>
    <a:folHlink>
      <a:srgbClr val="B759B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WPS 演示</Application>
  <PresentationFormat/>
  <Paragraphs>22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Arial Unicode MS</vt:lpstr>
      <vt:lpstr>Calibri</vt:lpstr>
      <vt:lpstr>汉仪旗黑-85S</vt:lpstr>
      <vt:lpstr>黑体</vt:lpstr>
      <vt:lpstr>Arial</vt:lpstr>
      <vt:lpstr>Calibri Light</vt:lpstr>
      <vt:lpstr>Gill Sans</vt:lpstr>
      <vt:lpstr>Times New Roman</vt:lpstr>
      <vt:lpstr>Gill Sans MT</vt:lpstr>
      <vt:lpstr>默认设计模板</vt:lpstr>
      <vt:lpstr>1_Office 主题​​</vt:lpstr>
      <vt:lpstr>2_Office 主题​​</vt:lpstr>
      <vt:lpstr>复古风小鸟花卉总结</vt:lpstr>
      <vt:lpstr>单击此处添加标题</vt:lpstr>
      <vt:lpstr>单击此处添加标题</vt:lpstr>
      <vt:lpstr>PowerPoint 演示文稿</vt:lpstr>
      <vt:lpstr>PowerPoint 演示文稿</vt:lpstr>
      <vt:lpstr>单击此处添加标题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淬炼最后廿五日， 共赏六月繁花香。</dc:title>
  <dc:creator>Lenovo</dc:creator>
  <cp:lastModifiedBy>nothing is all</cp:lastModifiedBy>
  <cp:revision>4</cp:revision>
  <dcterms:created xsi:type="dcterms:W3CDTF">2026-05-12T02:37:49Z</dcterms:created>
  <dcterms:modified xsi:type="dcterms:W3CDTF">2026-05-12T02:58:10Z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6746B37B23BD4E0F9C660D3A099F77BA_12</vt:lpwstr>
  </property>
</Properties>
</file>