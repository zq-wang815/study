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F_STY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6419088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6419088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233172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F5597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稳住最后二十天，</a:t>
            </a:r>
            <a:endParaRPr lang="en-US" sz="3100" dirty="0"/>
          </a:p>
          <a:p>
            <a:pPr algn="ctr" indent="0" marL="0">
              <a:buNone/>
            </a:pPr>
            <a:r>
              <a:rPr lang="en-US" sz="3100" b="1" dirty="0">
                <a:solidFill>
                  <a:srgbClr val="2F5597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把努力变成分数。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3291840" y="3977640"/>
            <a:ext cx="2606040" cy="0"/>
          </a:xfrm>
          <a:prstGeom prst="line">
            <a:avLst/>
          </a:prstGeom>
          <a:noFill/>
          <a:ln w="12700">
            <a:solidFill>
              <a:srgbClr val="8DB4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88920" y="4224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70C0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高考20天备考主题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65960" y="50292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6666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最后二十天，不拼盲目加码，拼节奏、重点、状态与执行。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143000" y="1234440"/>
            <a:ext cx="2011680" cy="114300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46520" y="4754880"/>
            <a:ext cx="1234440" cy="82296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B7DEE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6419088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65960" y="246888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二十天，是冲刺，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更是定心。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371600" y="3977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会学、会舍、会稳，才能在考场上把已有实力真正发挥出来。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926080" y="3749040"/>
            <a:ext cx="3154680" cy="0"/>
          </a:xfrm>
          <a:prstGeom prst="line">
            <a:avLst/>
          </a:prstGeom>
          <a:noFill/>
          <a:ln w="12700">
            <a:solidFill>
              <a:srgbClr val="8DB4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143000"/>
            <a:ext cx="1783080" cy="10058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5120640"/>
            <a:ext cx="1051560" cy="73152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BBD7E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6419088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70C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一、 稳住节奏，规划到天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097280" cy="0"/>
          </a:xfrm>
          <a:prstGeom prst="line">
            <a:avLst/>
          </a:prstGeom>
          <a:noFill/>
          <a:ln w="12700">
            <a:solidFill>
              <a:srgbClr val="8DB4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502920"/>
            <a:ext cx="594360" cy="384048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7406640" cy="4572000"/>
          </a:xfrm>
          <a:prstGeom prst="roundRect">
            <a:avLst>
              <a:gd name="adj" fmla="val 1200"/>
            </a:avLst>
          </a:prstGeom>
          <a:solidFill>
            <a:srgbClr val="FCFEFF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0" y="1828800"/>
            <a:ext cx="1554480" cy="109728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BBD7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37960" y="4251960"/>
            <a:ext cx="1188720" cy="86868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A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377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0C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一、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96596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稳住节奏，规划到天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188720" y="32461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先把每一天过扎实，才有可能把最后二十天过出效率。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766560" y="5715000"/>
            <a:ext cx="1965960" cy="91440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BBD7E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6419088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70C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一、 稳住节奏，规划到天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097280" cy="0"/>
          </a:xfrm>
          <a:prstGeom prst="line">
            <a:avLst/>
          </a:prstGeom>
          <a:noFill/>
          <a:ln w="12700">
            <a:solidFill>
              <a:srgbClr val="8DB4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502920"/>
            <a:ext cx="594360" cy="384048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37360"/>
            <a:ext cx="100584" cy="100584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6459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1F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早读、正课、自习、晚复盘，保持固定节奏。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2578608"/>
            <a:ext cx="100584" cy="100584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4871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1F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把二十天切成四段，每段只解决一个核心目标。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3419856"/>
            <a:ext cx="100584" cy="100584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32841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1F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每天都要有“必完成项”，避免忙了一天却没有结果。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68680" y="4261104"/>
            <a:ext cx="100584" cy="100584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16966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1F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留出机动时间，专门处理错题和突发薄弱点。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349240" y="1508760"/>
            <a:ext cx="2880360" cy="4434840"/>
          </a:xfrm>
          <a:prstGeom prst="roundRect">
            <a:avLst>
              <a:gd name="adj" fmla="val 1587"/>
            </a:avLst>
          </a:prstGeom>
          <a:solidFill>
            <a:srgbClr val="FBFDFF"/>
          </a:solidFill>
          <a:ln w="12700">
            <a:solidFill>
              <a:srgbClr val="C7DA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49240" y="1508760"/>
            <a:ext cx="2880360" cy="548640"/>
          </a:xfrm>
          <a:prstGeom prst="rect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6642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5597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20天节奏示意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06640" y="1627632"/>
            <a:ext cx="530352" cy="201168"/>
          </a:xfrm>
          <a:prstGeom prst="roundRect">
            <a:avLst>
              <a:gd name="adj" fmla="val 18182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9792" y="166420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59552" y="2478024"/>
            <a:ext cx="2377440" cy="0"/>
          </a:xfrm>
          <a:prstGeom prst="line">
            <a:avLst/>
          </a:prstGeom>
          <a:noFill/>
          <a:ln w="12700">
            <a:solidFill>
              <a:srgbClr val="E7EE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96128" y="23134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F4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1-5天  回归错题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59552" y="3044952"/>
            <a:ext cx="2377440" cy="0"/>
          </a:xfrm>
          <a:prstGeom prst="line">
            <a:avLst/>
          </a:prstGeom>
          <a:noFill/>
          <a:ln w="12700">
            <a:solidFill>
              <a:srgbClr val="F1F5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96128" y="28803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F4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6-10天 专题补弱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59552" y="3611880"/>
            <a:ext cx="2377440" cy="0"/>
          </a:xfrm>
          <a:prstGeom prst="line">
            <a:avLst/>
          </a:prstGeom>
          <a:noFill/>
          <a:ln w="12700">
            <a:solidFill>
              <a:srgbClr val="E7EE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96128" y="34472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F4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11-15天 套卷训练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59552" y="4178808"/>
            <a:ext cx="2377440" cy="0"/>
          </a:xfrm>
          <a:prstGeom prst="line">
            <a:avLst/>
          </a:prstGeom>
          <a:noFill/>
          <a:ln w="12700">
            <a:solidFill>
              <a:srgbClr val="F1F5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96128" y="401421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F4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16-18天 整理模板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59552" y="4745736"/>
            <a:ext cx="2377440" cy="0"/>
          </a:xfrm>
          <a:prstGeom prst="line">
            <a:avLst/>
          </a:prstGeom>
          <a:noFill/>
          <a:ln w="12700">
            <a:solidFill>
              <a:srgbClr val="E7EE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96128" y="458114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F4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19-20天 调整状态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6053328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70C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关键词：稳定胜过激进，执行胜过焦虑。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66560" y="5715000"/>
            <a:ext cx="1965960" cy="91440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BBD7E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6419088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70C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二、 聚焦重点，专题破局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097280" cy="0"/>
          </a:xfrm>
          <a:prstGeom prst="line">
            <a:avLst/>
          </a:prstGeom>
          <a:noFill/>
          <a:ln w="12700">
            <a:solidFill>
              <a:srgbClr val="8DB4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502920"/>
            <a:ext cx="594360" cy="384048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7406640" cy="4572000"/>
          </a:xfrm>
          <a:prstGeom prst="roundRect">
            <a:avLst>
              <a:gd name="adj" fmla="val 1200"/>
            </a:avLst>
          </a:prstGeom>
          <a:solidFill>
            <a:srgbClr val="FCFEFF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0" y="1828800"/>
            <a:ext cx="1554480" cy="109728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BBD7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37960" y="4251960"/>
            <a:ext cx="1188720" cy="86868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A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377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0C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二、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96596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聚焦重点，专题破局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188720" y="32461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最后阶段不求面面俱到，要把最能提分的板块打透。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766560" y="5715000"/>
            <a:ext cx="1965960" cy="91440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BBD7E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6419088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70C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三、 回归基础，查漏补缺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097280" cy="0"/>
          </a:xfrm>
          <a:prstGeom prst="line">
            <a:avLst/>
          </a:prstGeom>
          <a:noFill/>
          <a:ln w="12700">
            <a:solidFill>
              <a:srgbClr val="8DB4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502920"/>
            <a:ext cx="594360" cy="384048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8132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1F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回看课本、笔记和一轮资料，重新确认基础概念。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22960" y="2487168"/>
            <a:ext cx="100584" cy="100584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39572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1F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整理高频易错点，避免“会做的题考场丢分”。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00584" cy="100584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31012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1F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套卷训练后不只看分数，更要看失分原因。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22960" y="4315968"/>
            <a:ext cx="100584" cy="100584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22452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1F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把答题模板、时间分配和检查习惯固定下来。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486400" y="1417320"/>
            <a:ext cx="2423160" cy="43891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171907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查漏补缺清单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06440" y="2258568"/>
            <a:ext cx="146304" cy="146304"/>
          </a:xfrm>
          <a:prstGeom prst="rect">
            <a:avLst/>
          </a:prstGeom>
          <a:solidFill>
            <a:srgbClr val="EAF2FB"/>
          </a:solidFill>
          <a:ln w="12700">
            <a:solidFill>
              <a:srgbClr val="9CC2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53328" y="223113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F4F4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基础概念是否模糊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806440" y="2916936"/>
            <a:ext cx="146304" cy="146304"/>
          </a:xfrm>
          <a:prstGeom prst="rect">
            <a:avLst/>
          </a:prstGeom>
          <a:solidFill>
            <a:srgbClr val="EAF2FB"/>
          </a:solidFill>
          <a:ln w="12700">
            <a:solidFill>
              <a:srgbClr val="9CC2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53328" y="288950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F4F4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经典题型是否生疏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806440" y="3575304"/>
            <a:ext cx="146304" cy="146304"/>
          </a:xfrm>
          <a:prstGeom prst="rect">
            <a:avLst/>
          </a:prstGeom>
          <a:solidFill>
            <a:srgbClr val="EAF2FB"/>
          </a:solidFill>
          <a:ln w="12700">
            <a:solidFill>
              <a:srgbClr val="9CC2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354787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F4F4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错题是否反复出错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806440" y="4233672"/>
            <a:ext cx="146304" cy="146304"/>
          </a:xfrm>
          <a:prstGeom prst="rect">
            <a:avLst/>
          </a:prstGeom>
          <a:solidFill>
            <a:srgbClr val="F9FBFD"/>
          </a:solidFill>
          <a:ln w="12700">
            <a:solidFill>
              <a:srgbClr val="9CC2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53328" y="420624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F4F4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书写步骤是否规范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806440" y="4892040"/>
            <a:ext cx="146304" cy="146304"/>
          </a:xfrm>
          <a:prstGeom prst="rect">
            <a:avLst/>
          </a:prstGeom>
          <a:solidFill>
            <a:srgbClr val="F9FBFD"/>
          </a:solidFill>
          <a:ln w="12700">
            <a:solidFill>
              <a:srgbClr val="9CC2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53328" y="486460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F4F4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考试时间是否失控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841248" y="6080760"/>
            <a:ext cx="649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70C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基础不牢，心态先乱；基础一稳，做题才稳。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66560" y="5715000"/>
            <a:ext cx="1965960" cy="91440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BBD7E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6419088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70C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四、 传递信心，状态为王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097280" cy="0"/>
          </a:xfrm>
          <a:prstGeom prst="line">
            <a:avLst/>
          </a:prstGeom>
          <a:noFill/>
          <a:ln w="12700">
            <a:solidFill>
              <a:srgbClr val="8DB4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502920"/>
            <a:ext cx="594360" cy="384048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325880"/>
            <a:ext cx="7360920" cy="4754880"/>
          </a:xfrm>
          <a:prstGeom prst="roundRect">
            <a:avLst>
              <a:gd name="adj" fmla="val 962"/>
            </a:avLst>
          </a:prstGeom>
          <a:solidFill>
            <a:srgbClr val="FCFEFF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920240"/>
            <a:ext cx="100584" cy="100584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8288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dirty="0">
                <a:solidFill>
                  <a:srgbClr val="1F1F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不和别人盲目比较，把注意力拉回自己的任务。</a:t>
            </a:r>
            <a:endParaRPr lang="en-US" sz="1580" dirty="0"/>
          </a:p>
        </p:txBody>
      </p:sp>
      <p:sp>
        <p:nvSpPr>
          <p:cNvPr id="8" name="Shape 6"/>
          <p:cNvSpPr/>
          <p:nvPr/>
        </p:nvSpPr>
        <p:spPr>
          <a:xfrm>
            <a:off x="1051560" y="2834640"/>
            <a:ext cx="100584" cy="100584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7432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dirty="0">
                <a:solidFill>
                  <a:srgbClr val="1F1F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一次模拟考失利，不等于高考失利。</a:t>
            </a:r>
            <a:endParaRPr lang="en-US" sz="1580" dirty="0"/>
          </a:p>
        </p:txBody>
      </p:sp>
      <p:sp>
        <p:nvSpPr>
          <p:cNvPr id="10" name="Shape 8"/>
          <p:cNvSpPr/>
          <p:nvPr/>
        </p:nvSpPr>
        <p:spPr>
          <a:xfrm>
            <a:off x="1051560" y="3749040"/>
            <a:ext cx="100584" cy="100584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6576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dirty="0">
                <a:solidFill>
                  <a:srgbClr val="1F1F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保证睡眠、饮食和适度运动，身体状态会直接影响脑力。</a:t>
            </a:r>
            <a:endParaRPr lang="en-US" sz="1580" dirty="0"/>
          </a:p>
        </p:txBody>
      </p:sp>
      <p:sp>
        <p:nvSpPr>
          <p:cNvPr id="12" name="Shape 10"/>
          <p:cNvSpPr/>
          <p:nvPr/>
        </p:nvSpPr>
        <p:spPr>
          <a:xfrm>
            <a:off x="1051560" y="4663440"/>
            <a:ext cx="100584" cy="100584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45720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dirty="0">
                <a:solidFill>
                  <a:srgbClr val="1F1F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每天给自己一点正反馈，稳住信心，轻装上阵。</a:t>
            </a:r>
            <a:endParaRPr lang="en-US" sz="1580" dirty="0"/>
          </a:p>
        </p:txBody>
      </p:sp>
      <p:sp>
        <p:nvSpPr>
          <p:cNvPr id="14" name="Shape 12"/>
          <p:cNvSpPr/>
          <p:nvPr/>
        </p:nvSpPr>
        <p:spPr>
          <a:xfrm>
            <a:off x="5806440" y="1828800"/>
            <a:ext cx="1783080" cy="2880360"/>
          </a:xfrm>
          <a:prstGeom prst="roundRect">
            <a:avLst>
              <a:gd name="adj" fmla="val 2564"/>
            </a:avLst>
          </a:prstGeom>
          <a:solidFill>
            <a:srgbClr val="F7FBFF"/>
          </a:solidFill>
          <a:ln w="12700">
            <a:solidFill>
              <a:srgbClr val="C7DA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20848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0C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考前提醒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53328" y="254203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1. 按点作息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53328" y="299923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2. 少刷无效信息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53328" y="345643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3. 相信积累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53328" y="391363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4. 带着节奏进考场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55961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70C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高考拼到最后，拼的是清醒、笃定和稳定输出。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5715000"/>
            <a:ext cx="1965960" cy="91440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BBD7E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6419088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7320" y="2331720"/>
            <a:ext cx="6309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0C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待到六月提笔时，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0070C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愿你沉着自信，落笔有光。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429000" y="42793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高考20天备考主题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401568" y="4023360"/>
            <a:ext cx="2304288" cy="0"/>
          </a:xfrm>
          <a:prstGeom prst="line">
            <a:avLst/>
          </a:prstGeom>
          <a:noFill/>
          <a:ln w="12700">
            <a:solidFill>
              <a:srgbClr val="8DB4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325880"/>
            <a:ext cx="1828800" cy="10058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4892040"/>
            <a:ext cx="1143000" cy="749808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BBD7E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6419088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THeit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ngti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高考20天备考主题</dc:title>
  <dc:subject>高考20天备考主题</dc:subject>
  <dc:creator>OpenAI Codex</dc:creator>
  <cp:lastModifiedBy>OpenAI Codex</cp:lastModifiedBy>
  <cp:revision>1</cp:revision>
  <dcterms:created xsi:type="dcterms:W3CDTF">2026-05-14T03:47:03Z</dcterms:created>
  <dcterms:modified xsi:type="dcterms:W3CDTF">2026-05-14T03:47:03Z</dcterms:modified>
</cp:coreProperties>
</file>